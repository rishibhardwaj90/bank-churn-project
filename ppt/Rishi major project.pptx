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37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13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75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19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81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3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10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40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136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387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560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37EE3-BDAB-458D-8943-97B483E95F29}" type="datetimeFigureOut">
              <a:rPr lang="en-IN" smtClean="0"/>
              <a:t>14-4-26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9863504-BF6A-4CED-A46D-3548DEC6C55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38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02C8-31D9-37BA-19D3-BD542114B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4975" y="1773936"/>
            <a:ext cx="8637073" cy="1944697"/>
          </a:xfrm>
        </p:spPr>
        <p:txBody>
          <a:bodyPr anchor="ctr">
            <a:normAutofit/>
          </a:bodyPr>
          <a:lstStyle/>
          <a:p>
            <a:pPr algn="ctr"/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BANK CUSTOMER CHURN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A22BF-9E9B-90E8-FABA-107C2A5EA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7508" y="6055702"/>
            <a:ext cx="2044492" cy="802298"/>
          </a:xfrm>
        </p:spPr>
        <p:txBody>
          <a:bodyPr>
            <a:normAutofit/>
          </a:bodyPr>
          <a:lstStyle/>
          <a:p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RISHI BHARDWAJ</a:t>
            </a:r>
          </a:p>
          <a:p>
            <a:r>
              <a:rPr lang="en-I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05611102023</a:t>
            </a:r>
          </a:p>
        </p:txBody>
      </p:sp>
    </p:spTree>
    <p:extLst>
      <p:ext uri="{BB962C8B-B14F-4D97-AF65-F5344CB8AC3E}">
        <p14:creationId xmlns:p14="http://schemas.microsoft.com/office/powerpoint/2010/main" val="37295272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E95D-5E12-7E17-B9CA-E9353E3E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4876A-1C73-A08E-8F63-45A482CD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44213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</TotalTime>
  <Words>7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Gill Sans MT</vt:lpstr>
      <vt:lpstr>Times New Roman</vt:lpstr>
      <vt:lpstr>Gallery</vt:lpstr>
      <vt:lpstr>BANK CUSTOMER CHURN PREDICTION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Bhardwaj</dc:creator>
  <cp:lastModifiedBy>Rishi Bhardwaj</cp:lastModifiedBy>
  <cp:revision>1</cp:revision>
  <dcterms:created xsi:type="dcterms:W3CDTF">2026-04-14T13:58:48Z</dcterms:created>
  <dcterms:modified xsi:type="dcterms:W3CDTF">2026-04-14T14:11:55Z</dcterms:modified>
</cp:coreProperties>
</file>